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0"/>
            <a:ext cx="2286000" cy="2286000"/>
          </a:xfrm>
          <a:prstGeom prst="ellipse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5669280"/>
            <a:ext cx="1645920" cy="1645920"/>
          </a:xfrm>
          <a:prstGeom prst="ellipse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84648" y="548640"/>
            <a:ext cx="1828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4648" y="5943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E293B"/>
                </a:solidFill>
              </a:rPr>
              <a:t>🍎🥦🥪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School Cafe 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9039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CFCE7"/>
                </a:solidFill>
              </a:rPr>
              <a:t>Making School Lunch Fun, Healthy &amp; Smart! 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4754880"/>
            <a:ext cx="670255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4754880"/>
            <a:ext cx="6702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</a:rPr>
              <a:t>A Kid-Friendly Cafeteria Ordering &amp; Wellness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😟 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93B"/>
                </a:solidFill>
              </a:rPr>
              <a:t>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93B"/>
                </a:solidFill>
              </a:rPr>
              <a:t>Budget Blindness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</a:rPr>
              <a:t>Kids have no idea how much
they've spent this month or
how much is left in their wallet.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716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71600"/>
            <a:ext cx="356616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5544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93B"/>
                </a:solidFill>
              </a:rPr>
              <a:t>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93B"/>
                </a:solidFill>
              </a:rPr>
              <a:t>Unhealthy Choices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31546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</a:rPr>
              <a:t>Without gentle guidance, kids
default to chips, soda, and
candy every single 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3716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371600"/>
            <a:ext cx="356616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5544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93B"/>
                </a:solidFill>
              </a:rPr>
              <a:t>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93B"/>
                </a:solidFill>
              </a:rPr>
              <a:t>No 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1546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</a:rPr>
              <a:t>Parents can't see what their
child is ordering or whether
they're eating balanced meals.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💡  Our Solution — School Cafe 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</a:rPr>
              <a:t>A one-stop app that helps kids order food, track spending, earn rewards, and make healthier choices — all in a fun, kid-friendly experience.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35661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6887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🛒  Easy Food Ordering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90087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Browse fruits, vegetables, main foods, snacks, and drinks with beautiful food cards.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233172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2331720"/>
            <a:ext cx="35661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46887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💰  Live Budget Tracker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990087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Kids see exactly how much they can still spend before the monthly limit is hit.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233172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2331720"/>
            <a:ext cx="35661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246887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⭐  Points &amp; Badges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990087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Earn points for healthy picks. Unlock badges like Veggie Hero and Fruit Explorer!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35661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🥕  Healthy Nudges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93207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Choosing chips? The app gently suggests carrots or fruit instead — no shaming!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443484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4434840"/>
            <a:ext cx="35661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4572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🎉  Celebration 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5093207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Confetti, points summary, and badge progress shown after every purchase!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84464" y="443484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84464" y="4434840"/>
            <a:ext cx="35661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1624" y="4572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📊  Spending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5093207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Parents and kids can review monthly spending history on the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🔄  How It Works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280160"/>
            <a:ext cx="1097280" cy="10972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97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606040"/>
            <a:ext cx="21031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606040"/>
            <a:ext cx="2103120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7432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</a:rPr>
              <a:t>Browse
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6118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Explore 18 items across 6 food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3154680" y="128016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298448"/>
            <a:ext cx="1097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606040"/>
            <a:ext cx="21031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2606040"/>
            <a:ext cx="210312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7432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</a:rPr>
              <a:t>Add to
Cart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6118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Tap any food card to add it to your tray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5486399" y="1280160"/>
            <a:ext cx="1097280" cy="10972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399" y="1298448"/>
            <a:ext cx="1097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79" y="2606040"/>
            <a:ext cx="21031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3479" y="2606040"/>
            <a:ext cx="210312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79" y="27432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</a:rPr>
              <a:t>Get
Nudged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19" y="36118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Picking something unhealthy? See a friendly suggestion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7818119" y="128016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1298448"/>
            <a:ext cx="1097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199" y="2606040"/>
            <a:ext cx="21031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199" y="2606040"/>
            <a:ext cx="2103120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9" y="27432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</a:rPr>
              <a:t>Checkout
&amp; Pay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6118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Review wallet balance, order total &amp; budget bar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10149840" y="1280160"/>
            <a:ext cx="1097280" cy="10972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1298448"/>
            <a:ext cx="1097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19" y="2606040"/>
            <a:ext cx="21031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46919" y="2606040"/>
            <a:ext cx="2103120" cy="8229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19" y="27432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</a:rPr>
              <a:t>Celebrate
&amp; 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59" y="36118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Confetti! Points awarded + badge progress shown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🍽️  The Menu — 18 Items Across 6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566160" cy="233172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🍎  Fruits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$0.50–$1.00 · 10 pts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Apple, Banana, Orange, Grapes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234440"/>
            <a:ext cx="3566160" cy="23317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71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🥦  Vegetables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74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$0.50–$2.00 · 12–20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Carrots, Broccoli, Salad, Corn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234440"/>
            <a:ext cx="3566160" cy="233172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1624" y="1371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🥪  Main Foods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1874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$3.00–$3.50 · 5–8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Sandwich, Pasta, Rice Bowl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3566160" cy="233172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77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🍪  Snacks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$1.25–$1.50 · 0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463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Chips, Cookies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3840480"/>
            <a:ext cx="3566160" cy="23317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977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🍬  Sweet Treats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$1.00–$1.50 · 0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8463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Candy Bar, Soda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3840480"/>
            <a:ext cx="3566160" cy="2331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1624" y="3977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💧  Drinks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$0.50–$1.25 · 5–8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48463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Water, Milk, Juice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💳  Smart Cart &amp; Checkout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035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👛  Wallet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Monthly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116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E293B"/>
                </a:solidFill>
              </a:rPr>
              <a:t>$40.00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700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Already Spent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7004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97316"/>
                </a:solidFill>
              </a:rPr>
              <a:t>−$12.50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2841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Available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32841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3B82F6"/>
                </a:solidFill>
              </a:rPr>
              <a:t>$27.50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255264"/>
            <a:ext cx="51206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8678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This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8678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64748B"/>
                </a:solidFill>
              </a:rPr>
              <a:t>−$4.25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45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Left After Buy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6451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2C55E"/>
                </a:solidFill>
              </a:rPr>
              <a:t>$23.25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577840"/>
            <a:ext cx="50292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5577840"/>
            <a:ext cx="1572768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67128" y="5577840"/>
            <a:ext cx="530352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943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Budget bar: 41.75% used after this purchase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234440"/>
            <a:ext cx="53949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234440"/>
            <a:ext cx="539496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371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✅  What Kids See at Checkout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011680"/>
            <a:ext cx="5166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  🛒  Full itemised order with prices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  💰  Real-time remaining balance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  📊  Visual budget bar (green → yellow → red)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  ⭐  Points they'll earn from this order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  ⚠️   Over-budget warning before they tap Pay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  🎉  'Pay Now!' big green button when all good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⭐  Points &amp; Badges — Gamified Wellness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0352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⭐  How Points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●  Fruits → 10 pts each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●  Vegetables → 12–20 pts each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●  Main Foods → 5–8 pts each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●  Drinks (healthy) → 5–8 pts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●  Snacks &amp; Sugary → 0 pts  😅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●  Points accumulate over the month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1E293B"/>
                </a:solidFill>
              </a:rPr>
              <a:t>●  Unlock badges by hitting targets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53949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39496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🏅  Badges to Unlock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965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Veggie Hero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258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Eat 5 veggies in a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9659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B5CF6"/>
                </a:solidFill>
              </a:rPr>
              <a:t>75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79191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67919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Fruit Explorer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97179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Try 4 different fruits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679191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B5CF6"/>
                </a:solidFill>
              </a:rPr>
              <a:t>40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392424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3924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Balanced Plate Star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685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Eat from 3 groups in one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392424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B5CF6"/>
                </a:solidFill>
              </a:rPr>
              <a:t>50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05656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1056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Hydration Champion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982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Drink water every day for a 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105656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B5CF6"/>
                </a:solidFill>
              </a:rPr>
              <a:t>35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8188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818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Smart Saver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1114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Stay under budget for a 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4818888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B5CF6"/>
                </a:solidFill>
              </a:rPr>
              <a:t>100 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5321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293B"/>
                </a:solidFill>
              </a:rPr>
              <a:t>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5532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Super Star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8247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Earn 200 total 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553212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B5CF6"/>
                </a:solidFill>
              </a:rPr>
              <a:t>200 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🥕  Healthy Nudges — No Shame, Just Suggestions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</a:rPr>
              <a:t>When a child picks an unhealthy item, a friendly popup appears with healthier alternatives — encouraging better choices without guilt.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5176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🍪 Chips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Instead of chips, try a crunchy healthy snack!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Try instead: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Carrots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Apple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Grapes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10312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103120"/>
            <a:ext cx="265176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240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🥤 Soda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889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Instead of soda, try a refreshing healthy drink!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Try instead: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Milk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Juice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10312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103120"/>
            <a:ext cx="265176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240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🍪 Cookies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889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Instead of cookies, try a naturally sweet treat!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Try instead: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Apple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Banana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Grapes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2103120"/>
            <a:ext cx="2651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2103120"/>
            <a:ext cx="265176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2240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🍫 Candy Bar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7889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Instead of candy, try something naturally sweet!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Try instead: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Orange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Grapes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 Banana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</a:rPr>
              <a:t>🎉  Post-Payment Celebration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</a:rPr>
              <a:t>After every purchase, kids are treated to a full-screen celebration that reinforces positive behaviour!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65176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1E293B"/>
                </a:solidFill>
              </a:rPr>
              <a:t>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</a:rPr>
              <a:t>Full-Screen Confetti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Bursting colours fill the screen
on every successful purchase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01168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011680"/>
            <a:ext cx="265176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2402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1E293B"/>
                </a:solidFill>
              </a:rPr>
              <a:t>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46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</a:rPr>
              <a:t>Points 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404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Large display shows exactly
how many points were just earned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1168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011680"/>
            <a:ext cx="265176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2402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1E293B"/>
                </a:solidFill>
              </a:rPr>
              <a:t>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46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</a:rPr>
              <a:t>Badge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Progress bar towards next badge
so kids always have a goal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01168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2011680"/>
            <a:ext cx="265176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2402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1E293B"/>
                </a:solidFill>
              </a:rPr>
              <a:t>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246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</a:rPr>
              <a:t>Unlocked Badges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8404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Newly earned badges revealed
with a special highlight effect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⚙️ 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39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⚛️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3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React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Frontend UI with type-safe
components &amp; hooks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28016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80160"/>
            <a:ext cx="356616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463039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14883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560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Lightning-fast build tool
&amp; dev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28016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280160"/>
            <a:ext cx="356616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463039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14883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560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Utility-first styling with
dark mode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356616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262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shadcn/ui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Accessible UI components
(Dialog, Button, Progress)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365760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2" y="3657600"/>
            <a:ext cx="356616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38404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45262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TanStack 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9377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Server state management
&amp; API data fetching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84464" y="365760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84464" y="3657600"/>
            <a:ext cx="35661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8404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5262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Express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49377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Node.js backend serving
student &amp; order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3200400" cy="3200400"/>
          </a:xfrm>
          <a:prstGeom prst="ellipse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286000" cy="2286000"/>
          </a:xfrm>
          <a:prstGeom prst="ellipse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005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1E293B"/>
                </a:solidFill>
              </a:rPr>
              <a:t>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CFCE7"/>
                </a:solidFill>
              </a:rPr>
              <a:t>School Cafe Buddy — Healthy Kids, Happy Wallets 🍎💚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572000"/>
            <a:ext cx="57881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572000"/>
            <a:ext cx="5788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Questions? Let's talk!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